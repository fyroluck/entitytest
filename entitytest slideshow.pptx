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ie Masters" userId="7f585942-b1b6-46b8-b2e3-029735042fc2" providerId="ADAL" clId="{90395586-6229-4A0F-BD49-BA5DA74AC873}"/>
    <pc:docChg chg="custSel modSld">
      <pc:chgData name="Charlie Masters" userId="7f585942-b1b6-46b8-b2e3-029735042fc2" providerId="ADAL" clId="{90395586-6229-4A0F-BD49-BA5DA74AC873}" dt="2025-05-02T11:32:59.393" v="8"/>
      <pc:docMkLst>
        <pc:docMk/>
      </pc:docMkLst>
      <pc:sldChg chg="addSp delSp modSp mod">
        <pc:chgData name="Charlie Masters" userId="7f585942-b1b6-46b8-b2e3-029735042fc2" providerId="ADAL" clId="{90395586-6229-4A0F-BD49-BA5DA74AC873}" dt="2025-05-02T11:32:59.393" v="8"/>
        <pc:sldMkLst>
          <pc:docMk/>
          <pc:sldMk cId="1224933758" sldId="261"/>
        </pc:sldMkLst>
        <pc:spChg chg="mod">
          <ac:chgData name="Charlie Masters" userId="7f585942-b1b6-46b8-b2e3-029735042fc2" providerId="ADAL" clId="{90395586-6229-4A0F-BD49-BA5DA74AC873}" dt="2025-05-02T11:31:11.788" v="0" actId="313"/>
          <ac:spMkLst>
            <pc:docMk/>
            <pc:sldMk cId="1224933758" sldId="261"/>
            <ac:spMk id="2" creationId="{2514C12E-BAF6-D93D-E719-FED49D16859B}"/>
          </ac:spMkLst>
        </pc:spChg>
        <pc:spChg chg="mod">
          <ac:chgData name="Charlie Masters" userId="7f585942-b1b6-46b8-b2e3-029735042fc2" providerId="ADAL" clId="{90395586-6229-4A0F-BD49-BA5DA74AC873}" dt="2025-05-02T11:32:59.393" v="8"/>
          <ac:spMkLst>
            <pc:docMk/>
            <pc:sldMk cId="1224933758" sldId="261"/>
            <ac:spMk id="3" creationId="{24367BD2-BB74-7455-3747-E29B4464B1CF}"/>
          </ac:spMkLst>
        </pc:spChg>
        <pc:picChg chg="add del">
          <ac:chgData name="Charlie Masters" userId="7f585942-b1b6-46b8-b2e3-029735042fc2" providerId="ADAL" clId="{90395586-6229-4A0F-BD49-BA5DA74AC873}" dt="2025-05-02T11:31:36.201" v="7" actId="478"/>
          <ac:picMkLst>
            <pc:docMk/>
            <pc:sldMk cId="1224933758" sldId="261"/>
            <ac:picMk id="5" creationId="{6759004A-D2ED-A411-B8FD-3CC7382FA4E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0FF4-3276-50D3-9C8F-CD084BCC9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88133-196C-14EC-66AB-C649DE03A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D0D7B-9069-8BC5-185B-85E84971F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BAFE-A24D-4AE1-B610-E19FEE04BEB8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3DB8D-D52F-1DA5-A613-4F4962D5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AD305-4560-CF86-57BD-AA1985F5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4637-1D3A-4EC3-BB7F-F42D691FD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469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1D872-BB9C-71D6-1343-E4A7A3D1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E8DF3-5552-887B-C868-553B61475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28E2F-8722-0815-6952-257ED11F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BAFE-A24D-4AE1-B610-E19FEE04BEB8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1F056-9C9A-F14C-D112-4283F7802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84A15-38EE-0127-1F96-E1CF93548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4637-1D3A-4EC3-BB7F-F42D691FD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90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1FAE-D022-0B62-B034-A9DABE036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C2276-52A0-5D14-DE06-3FE0F4ACA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F1B39-3E17-CF20-4316-0920D3D8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BAFE-A24D-4AE1-B610-E19FEE04BEB8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73117-ED30-36F3-0368-AB5EFE76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850B9-994D-BB19-A817-5F63ED496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4637-1D3A-4EC3-BB7F-F42D691FD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892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464C7-71EA-636F-B561-3F27E8B4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30169-C034-FE75-CDB1-F5BBFE219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C362F-5E15-074D-1E1D-C2C2FD323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1D53A-24DB-2A40-426B-FBA123CFA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BAFE-A24D-4AE1-B610-E19FEE04BEB8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3A24C-3DE2-018F-F3D1-3090B388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66F83-B992-9005-9F78-97A086827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4637-1D3A-4EC3-BB7F-F42D691FD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486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15061-6EEB-BF87-F227-5E7ADB768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AD9C3-0D60-2A0E-039D-3091702F7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B20A5-6C4D-1157-45BB-F91369034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07346-1FBE-99FD-1A48-F51870494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2F2C1-F751-90A1-A657-C0FD8FE0C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DF15A-0920-89F7-23CE-943F4DF7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BAFE-A24D-4AE1-B610-E19FEE04BEB8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40470-2F1C-EB11-9130-DB26350C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9E6E30-778D-4FFB-3E65-75396FED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4637-1D3A-4EC3-BB7F-F42D691FD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626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6B87D-EFF4-D290-DBE4-AF9238374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3FB128-9A07-82B1-D94B-35F78028A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BAFE-A24D-4AE1-B610-E19FEE04BEB8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92FCA-33B7-1D0B-46B5-28E61C3B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F670B-52A7-BA91-E057-1B78179C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4637-1D3A-4EC3-BB7F-F42D691FD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71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D27B1-284C-06D6-A566-A3FA7E46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BAFE-A24D-4AE1-B610-E19FEE04BEB8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4074A-D2E1-FD05-896A-06A9986B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3D4B3-2292-F8FD-DEAF-D5CBFB4D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4637-1D3A-4EC3-BB7F-F42D691FD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4682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EB984-736D-6332-EDB0-1B95A5A7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33A90-6B4F-F45D-5774-13E3AE0DF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62E91-901E-A004-18A8-A4DD86717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DD241-86FD-F927-CF24-5F5FFF100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BAFE-A24D-4AE1-B610-E19FEE04BEB8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47A4C-0F6D-9F54-8765-A083B0F9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2EF2B-1EBA-F4ED-9D24-80A6FE94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4637-1D3A-4EC3-BB7F-F42D691FD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211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43888-9979-3146-8057-651D60D78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D6B111-8EAE-A859-086E-B87A122D44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9B378-5E2E-4BDE-A0B2-C324AC298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32496-C064-B458-A4FF-1E302EAB5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BAFE-A24D-4AE1-B610-E19FEE04BEB8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B9A7D-E7BC-E80B-8541-C64DF07D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85B1D-7C67-973D-63D5-A3EE6707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4637-1D3A-4EC3-BB7F-F42D691FD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207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F86B-5177-5412-3FC5-A6AB7151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E2F8B-4E16-54DD-1741-107E719B0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B1E22-BC2F-25A2-41AC-AB5DA16B7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BAFE-A24D-4AE1-B610-E19FEE04BEB8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C3F30-C296-0874-DA47-12FFCF33E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C3149-B865-803D-D8AF-CAF1E2B57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4637-1D3A-4EC3-BB7F-F42D691FD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804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FE3D47-FA1D-F0C2-A45C-BC8F55176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1BEDC-5E82-76A5-6782-DCD90CEBA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9C0F0-044A-B281-0BE5-AA4E5337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BAFE-A24D-4AE1-B610-E19FEE04BEB8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AADA9-0256-79FF-08C0-8F0E94260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FFCDB-6762-85A7-E42B-DCA3FD39E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84637-1D3A-4EC3-BB7F-F42D691FD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2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6F58A-22F4-B162-91EE-D7391E88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58143-F2C4-D2ED-6AED-250072F0C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D857C-0127-A6DB-6320-822903785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1BAFE-A24D-4AE1-B610-E19FEE04BEB8}" type="datetimeFigureOut">
              <a:rPr lang="en-GB" smtClean="0"/>
              <a:t>02/05/2025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FB6EE-5E11-183B-12DB-9308BECB5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C8890-2057-3F15-AE82-4BEC5ADA4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84637-1D3A-4EC3-BB7F-F42D691FD7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130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AB17-A63F-A9C8-5739-78F7AB56F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Starting we with </a:t>
            </a:r>
            <a:r>
              <a:rPr lang="en-GB" dirty="0" err="1"/>
              <a:t>gti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AF88A-52E6-2B6F-7E31-8E21D8428E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2858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CE74-D5A8-8DEC-D9BF-07367B8E3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 we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E4A77-B8A8-7CEB-C364-C2B2C8EA3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Downloading necessary applications </a:t>
            </a:r>
          </a:p>
          <a:p>
            <a:pPr marL="0" indent="0">
              <a:buNone/>
            </a:pPr>
            <a:r>
              <a:rPr lang="en-GB" dirty="0"/>
              <a:t>Vs code(sorry Andy) </a:t>
            </a:r>
          </a:p>
          <a:p>
            <a:pPr marL="0" indent="0">
              <a:buNone/>
            </a:pPr>
            <a:r>
              <a:rPr lang="en-GB" dirty="0"/>
              <a:t>SQL Server Express</a:t>
            </a:r>
          </a:p>
          <a:p>
            <a:pPr marL="0" indent="0">
              <a:buNone/>
            </a:pPr>
            <a:r>
              <a:rPr lang="en-GB" dirty="0"/>
              <a:t>.NET core</a:t>
            </a:r>
          </a:p>
          <a:p>
            <a:pPr marL="0" indent="0">
              <a:buNone/>
            </a:pPr>
            <a:r>
              <a:rPr lang="en-GB" dirty="0"/>
              <a:t>VPN access</a:t>
            </a:r>
          </a:p>
          <a:p>
            <a:r>
              <a:rPr lang="en-GB" dirty="0"/>
              <a:t>Hello World webapp</a:t>
            </a:r>
          </a:p>
          <a:p>
            <a:pPr marL="0" indent="0">
              <a:buNone/>
            </a:pPr>
            <a:r>
              <a:rPr lang="en-GB" dirty="0"/>
              <a:t>To check it all works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6927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DBCE-7B24-97D7-FDD6-F0B7F8ED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monday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6A934-44B0-3EF7-BBCC-B507588C0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8FE16B-EB7E-3B07-DE05-5737632A0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12" y="1367482"/>
            <a:ext cx="8647176" cy="535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6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6AD8A-6EDC-48AB-4E76-59F26B24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Tuesday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249262-3E4B-E408-B943-B0DB1B9D5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7540" y="1449123"/>
            <a:ext cx="9256920" cy="4919864"/>
          </a:xfrm>
        </p:spPr>
      </p:pic>
    </p:spTree>
    <p:extLst>
      <p:ext uri="{BB962C8B-B14F-4D97-AF65-F5344CB8AC3E}">
        <p14:creationId xmlns:p14="http://schemas.microsoft.com/office/powerpoint/2010/main" val="336420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0C88-9ECA-5B5A-A5C6-A311247C7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Tuesday/Wednesday/Thursday/Friday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FF69A-4C79-7761-D0EE-7ABC043A8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entity test project </a:t>
            </a:r>
          </a:p>
        </p:txBody>
      </p:sp>
    </p:spTree>
    <p:extLst>
      <p:ext uri="{BB962C8B-B14F-4D97-AF65-F5344CB8AC3E}">
        <p14:creationId xmlns:p14="http://schemas.microsoft.com/office/powerpoint/2010/main" val="3706874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4C12E-BAF6-D93D-E719-FED49D168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Friday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67BD2-BB74-7455-3747-E29B4464B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Learn git</a:t>
            </a:r>
          </a:p>
          <a:p>
            <a:r>
              <a:rPr lang="en-GB" dirty="0"/>
              <a:t>Make GitHub account </a:t>
            </a:r>
          </a:p>
          <a:p>
            <a:r>
              <a:rPr lang="en-GB" dirty="0"/>
              <a:t>Upload </a:t>
            </a:r>
            <a:r>
              <a:rPr lang="en-GB" dirty="0" err="1"/>
              <a:t>entitytest</a:t>
            </a:r>
            <a:r>
              <a:rPr lang="en-GB" dirty="0"/>
              <a:t> project to GitHub</a:t>
            </a:r>
          </a:p>
          <a:p>
            <a:pPr marL="0" indent="0">
              <a:buNone/>
            </a:pPr>
            <a:r>
              <a:rPr lang="en-GB"/>
              <a:t>https://github.com/fyroluck/entitytest.git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4933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51E0EAF0A543468279C5B6A374D980" ma:contentTypeVersion="9" ma:contentTypeDescription="Create a new document." ma:contentTypeScope="" ma:versionID="b1b48510f8d3e8a19a87b3a16caa6e46">
  <xsd:schema xmlns:xsd="http://www.w3.org/2001/XMLSchema" xmlns:xs="http://www.w3.org/2001/XMLSchema" xmlns:p="http://schemas.microsoft.com/office/2006/metadata/properties" xmlns:ns3="c0f40098-9425-4825-bd29-2e71b8920616" targetNamespace="http://schemas.microsoft.com/office/2006/metadata/properties" ma:root="true" ma:fieldsID="68805c80df4a9a1a273af29d2371b91c" ns3:_="">
    <xsd:import namespace="c0f40098-9425-4825-bd29-2e71b892061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40098-9425-4825-bd29-2e71b892061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0f40098-9425-4825-bd29-2e71b8920616" xsi:nil="true"/>
  </documentManagement>
</p:properties>
</file>

<file path=customXml/itemProps1.xml><?xml version="1.0" encoding="utf-8"?>
<ds:datastoreItem xmlns:ds="http://schemas.openxmlformats.org/officeDocument/2006/customXml" ds:itemID="{F980CE50-76CC-4D69-9C99-D6C84DDCF3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40098-9425-4825-bd29-2e71b89206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FA7722-3956-46B7-A9AF-F141219ACE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A238D-CC50-43AC-9B56-D57F4BAE0A6C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terms/"/>
    <ds:schemaRef ds:uri="http://purl.org/dc/dcmitype/"/>
    <ds:schemaRef ds:uri="http://www.w3.org/XML/1998/namespace"/>
    <ds:schemaRef ds:uri="c0f40098-9425-4825-bd29-2e71b8920616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66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Starting we with gti</vt:lpstr>
      <vt:lpstr>pre we </vt:lpstr>
      <vt:lpstr>monday</vt:lpstr>
      <vt:lpstr>Tuesday</vt:lpstr>
      <vt:lpstr>Tuesday/Wednesday/Thursday/Friday</vt:lpstr>
      <vt:lpstr>Friday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Masters</dc:creator>
  <cp:lastModifiedBy>Charlie Masters</cp:lastModifiedBy>
  <cp:revision>1</cp:revision>
  <dcterms:created xsi:type="dcterms:W3CDTF">2025-05-02T10:55:25Z</dcterms:created>
  <dcterms:modified xsi:type="dcterms:W3CDTF">2025-05-02T11:33:08Z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0x0101009951E0EAF0A543468279C5B6A374D980</vt:lpwstr>
  </property>
</Properties>
</file>